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nehanhhiregoudra-dotcom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8680" y="2697480"/>
            <a:ext cx="507492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SEASONAL AGRICULTURE</a:t>
            </a:r>
            <a:br/>
            <a:r>
              <a:rPr sz="2700" b="1">
                <a:latin typeface="Arial"/>
              </a:rPr>
              <a:t>PERFORMANCE ANALYSIS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730752"/>
            <a:ext cx="50292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900" b="1">
                <a:latin typeface="Arial"/>
              </a:rPr>
              <a:t>Sneha N 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114800"/>
            <a:ext cx="53035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Kalpataru Institute of Technology, Tiptur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645152"/>
            <a:ext cx="5486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>
                <a:latin typeface="Arial"/>
              </a:rPr>
              <a:t>AICTE STU ID : STU6a056952c63f41778739538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9808" y="502920"/>
            <a:ext cx="713232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PROBLEM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417320"/>
            <a:ext cx="6583680" cy="4343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Agricultural performance is influenced by seasonal environmental conditions, farming practices, resource availability and market conditions.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Raw agricultural data does not clearly explain how performance changes across seasons or what patterns occur under different seasonal conditions.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The project therefore analyzes the agricultural dataset to identify meaningful seasonal patterns, trends, relationships and variations.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874519"/>
            <a:ext cx="2423160" cy="286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658368"/>
            <a:ext cx="713232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PROJECT 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8869680" cy="397763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A focused data analytics study of agricultural activities across different seasons and farming conditions.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The workflow includes dataset loading, inspection, data cleaning, column identification, grouped analysis and visualization.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The analysis examines seasonal yield and profit patterns and prepares crop-by-season comparisons.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The project uses Python-based analytics to interpret agricultural performance from the available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76672"/>
            <a:ext cx="1965960" cy="3200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400" b="1">
                <a:latin typeface="Arial"/>
              </a:rPr>
              <a:t>PRIMARY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87568"/>
            <a:ext cx="8915400" cy="438912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400" b="0">
                <a:latin typeface="Arial"/>
              </a:rPr>
              <a:t>Identify meaningful patterns, trends, relationships and differences in agricultural performance across seasons.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749808"/>
            <a:ext cx="99669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WHO ARE THE END USERS?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600200"/>
            <a:ext cx="9326880" cy="429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Farmers and farm managers — understand seasonal performance patterns.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Agricultural planners and stakeholders — support evidence-based seasonal planning.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Researchers and analysts — compare crops, seasons and observed agricultural trends.</a:t>
            </a:r>
          </a:p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Students and project teams — use the workflow as a focused real-world data analytics study.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17" name="TextBox 16"/>
          <p:cNvSpPr txBox="1"/>
          <p:nvPr/>
        </p:nvSpPr>
        <p:spPr>
          <a:xfrm>
            <a:off x="658368" y="502920"/>
            <a:ext cx="685800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TECHNOLOGY 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1417320"/>
            <a:ext cx="8732520" cy="4709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Python — core programming and analysis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Pandas — data loading, cleaning and aggregation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NumPy — numerical operations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Matplotlib — charts and visualization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Seaborn — visualization styling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SciPy — Pearson correlation/statistical analysis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OpenPyXL — Excel file handling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700" b="0">
                <a:latin typeface="Arial"/>
              </a:rPr>
              <a:t>• Google Colab / Jupyter Notebook — analysis environment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5480" y="2971800"/>
            <a:ext cx="1325880" cy="206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76656" y="365760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RESULTS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1261872"/>
            <a:ext cx="36576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latin typeface="Arial"/>
              </a:rPr>
              <a:t>Seasonal Yield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1719072"/>
            <a:ext cx="3657600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latin typeface="Arial"/>
              </a:rPr>
              <a:t>• Average yield is compared for Kharif, Rabi and Zaid.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latin typeface="Arial"/>
              </a:rPr>
              <a:t>• Kharif shows the highest average yield in the provided visualization.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500" b="0">
                <a:latin typeface="Arial"/>
              </a:rPr>
              <a:t>• Rabi follows Kharif, while Zaid is the lowest among the three seasons.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261872"/>
            <a:ext cx="32004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latin typeface="Arial"/>
              </a:rPr>
              <a:t>Analysis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1719072"/>
            <a:ext cx="3200400" cy="2880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latin typeface="Arial"/>
              </a:rPr>
              <a:t>• Dataset inspection and quality checks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latin typeface="Arial"/>
              </a:rPr>
              <a:t>• Duplicate and empty-row removal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latin typeface="Arial"/>
              </a:rPr>
              <a:t>• Automatic identification of relevant columns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latin typeface="Arial"/>
              </a:rPr>
              <a:t>• Crop-by-season average yield analysis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0">
                <a:latin typeface="Arial"/>
              </a:rPr>
              <a:t>• Season-wise profit analysis setup</a:t>
            </a:r>
          </a:p>
        </p:txBody>
      </p:sp>
      <p:pic>
        <p:nvPicPr>
          <p:cNvPr id="29" name="Picture 28" descr="s6_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74519"/>
            <a:ext cx="3246120" cy="190148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092440" y="3886200"/>
            <a:ext cx="324612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Average Agricultural Yield by Season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76656" y="365760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1078992"/>
            <a:ext cx="521208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latin typeface="Arial"/>
              </a:rPr>
              <a:t>1. Library setup and analysis environment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1078992"/>
            <a:ext cx="5166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500" b="1">
                <a:latin typeface="Arial"/>
              </a:rPr>
              <a:t>2. Dataset upload and loading</a:t>
            </a:r>
          </a:p>
        </p:txBody>
      </p:sp>
      <p:pic>
        <p:nvPicPr>
          <p:cNvPr id="34" name="Picture 33" descr="s7_p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5257800" cy="3228632"/>
          </a:xfrm>
          <a:prstGeom prst="rect">
            <a:avLst/>
          </a:prstGeom>
        </p:spPr>
      </p:pic>
      <p:pic>
        <p:nvPicPr>
          <p:cNvPr id="35" name="Picture 34" descr="s7_p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572768"/>
            <a:ext cx="5166360" cy="251501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3232" y="5010912"/>
            <a:ext cx="5257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Python libraries and visualization/statistical setup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133087"/>
            <a:ext cx="51663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CSV/Excel upload and dataset loading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76656" y="365760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1078992"/>
            <a:ext cx="525780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latin typeface="Arial"/>
              </a:rPr>
              <a:t>3. Dataset information and cleaning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1078992"/>
            <a:ext cx="516636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50" b="1">
                <a:latin typeface="Arial"/>
              </a:rPr>
              <a:t>4. Column discovery for seasonal analysis</a:t>
            </a:r>
          </a:p>
        </p:txBody>
      </p:sp>
      <p:pic>
        <p:nvPicPr>
          <p:cNvPr id="34" name="Picture 33" descr="s8_p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572768"/>
            <a:ext cx="5257800" cy="2887348"/>
          </a:xfrm>
          <a:prstGeom prst="rect">
            <a:avLst/>
          </a:prstGeom>
        </p:spPr>
      </p:pic>
      <p:pic>
        <p:nvPicPr>
          <p:cNvPr id="35" name="Picture 34" descr="s8_p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572768"/>
            <a:ext cx="5166360" cy="292482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3232" y="4736592"/>
            <a:ext cx="525780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Shape, columns, data types, missing values and duplicates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4736592"/>
            <a:ext cx="51663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Season, crop, yield, production, water, rainfall, temperature and profit columns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76656" y="365760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1051560"/>
            <a:ext cx="969264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1">
                <a:latin typeface="Arial"/>
              </a:rPr>
              <a:t>5. Crop-by-season yield pivot and season-wise profit analysis</a:t>
            </a:r>
          </a:p>
        </p:txBody>
      </p:sp>
      <p:pic>
        <p:nvPicPr>
          <p:cNvPr id="33" name="Picture 32" descr="s9_p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9052560" cy="52417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34440" y="6053328"/>
            <a:ext cx="9052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Pivot-table based crop × season yield analysis and season-profit plotting logic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" name="TextBox 30"/>
          <p:cNvSpPr txBox="1"/>
          <p:nvPr/>
        </p:nvSpPr>
        <p:spPr>
          <a:xfrm>
            <a:off x="676656" y="365760"/>
            <a:ext cx="365760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1234440"/>
            <a:ext cx="3931920" cy="3840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700" b="1">
                <a:latin typeface="Arial"/>
              </a:rPr>
              <a:t>Key findings from the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1719072"/>
            <a:ext cx="6400800" cy="429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• Season-wise average yield was successfully visualized for Kharif, Rabi and Zaid.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• The provided chart indicates Kharif as the highest-yielding season, followed by Rabi and Zaid.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• The workflow removes duplicate rows and completely empty rows before analysis.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• Relevant columns are identified using keyword-based matching for season, crop, yield, production, water, rainfall, temperature and profit-related fields.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• The analysis is structured to support evidence-based interpretation rather than generic exploration of the entire dataset.</a:t>
            </a:r>
          </a:p>
        </p:txBody>
      </p:sp>
      <p:pic>
        <p:nvPicPr>
          <p:cNvPr id="34" name="Picture 33" descr="s6_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874519"/>
            <a:ext cx="3337560" cy="195504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818120" y="3913632"/>
            <a:ext cx="3337560" cy="256032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000" b="0">
                <a:latin typeface="Arial"/>
              </a:rPr>
              <a:t>Seasonal yield result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58368" y="502920"/>
            <a:ext cx="548640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FUTURE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1417320"/>
            <a:ext cx="9418320" cy="4480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Extend comparisons across regions and crop categories to identify consistent seasonal patterns.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Integrate richer environmental and resource variables for deeper seasonal analysis.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Apply statistical and predictive techniques to investigate relationships and support forecasting.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Build interactive dashboards for easier communication of seasonal agricultural insights.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800" b="0">
                <a:latin typeface="Arial"/>
              </a:rPr>
              <a:t>• Use the findings to support improved seasonal agricultural planning and further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58368" y="502920"/>
            <a:ext cx="548640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700" b="1">
                <a:latin typeface="Arial"/>
              </a:rPr>
              <a:t>GITHUB LINK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1600200"/>
            <a:ext cx="941832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800" b="1">
                <a:latin typeface="Arial"/>
                <a:hlinkClick r:id="rId3"/>
              </a:rPr>
              <a:t>https://github.com/snehanhhiregoudra-dotcom/Seasonal-Agriculture-Performance-Analysis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2487168"/>
            <a:ext cx="8961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Seasonal Agricultural Performance Analysis project 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3154680"/>
            <a:ext cx="85953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600" b="0">
                <a:latin typeface="Arial"/>
              </a:rPr>
              <a:t>Repository contains the project analysis and supporting work.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TextBox 23"/>
          <p:cNvSpPr txBox="1"/>
          <p:nvPr/>
        </p:nvSpPr>
        <p:spPr>
          <a:xfrm>
            <a:off x="658368" y="438912"/>
            <a:ext cx="9509760" cy="6400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2500" b="1">
                <a:latin typeface="Arial"/>
              </a:rPr>
              <a:t>VOIS COURSE COMPLETION CERTIFICATE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897880"/>
            <a:ext cx="48463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1">
                <a:latin typeface="Arial"/>
              </a:rPr>
              <a:t>Course: Data Visualization</a:t>
            </a:r>
          </a:p>
        </p:txBody>
      </p:sp>
      <p:pic>
        <p:nvPicPr>
          <p:cNvPr id="27" name="Picture 26" descr="sneha_datavisualization_certific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234440"/>
            <a:ext cx="6446520" cy="455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sp>
        <p:nvSpPr>
          <p:cNvPr id="46" name="TextBox 45"/>
          <p:cNvSpPr txBox="1"/>
          <p:nvPr/>
        </p:nvSpPr>
        <p:spPr>
          <a:xfrm>
            <a:off x="502920" y="621792"/>
            <a:ext cx="1097280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3000" b="1">
                <a:latin typeface="Arial"/>
              </a:rPr>
              <a:t>Thank you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3977639"/>
            <a:ext cx="6583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700" b="1">
                <a:latin typeface="Arial"/>
              </a:rPr>
              <a:t>Sneha N 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4407408"/>
            <a:ext cx="6583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>
                <a:latin typeface="Arial"/>
              </a:rPr>
              <a:t>Kalpataru Institute of Technology, Tiptur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828032"/>
            <a:ext cx="6583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600"/>
              </a:spcAft>
            </a:pPr>
            <a:r>
              <a:rPr sz="1500" b="0">
                <a:latin typeface="Arial"/>
              </a:rPr>
              <a:t>Seasonal Agriculture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1356</TotalTime>
  <Words>664</Words>
  <Application>Microsoft Office PowerPoint</Application>
  <PresentationFormat>Widescreen</PresentationFormat>
  <Paragraphs>79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snehanhhiregoudra@outlook.com</cp:lastModifiedBy>
  <cp:revision>99</cp:revision>
  <dcterms:created xsi:type="dcterms:W3CDTF">2021-07-11T13:13:15Z</dcterms:created>
  <dcterms:modified xsi:type="dcterms:W3CDTF">2026-09-09T16:27:20Z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